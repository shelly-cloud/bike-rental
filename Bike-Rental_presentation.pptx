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a12f274fc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da12f274fc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a12f274fc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da12f274fc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a12f274fc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da12f274fc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a12f274fc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da12f274fc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a12f274fc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da12f274fc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a12f274fc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da12f274fc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6 slides for the below outline This is an outline for a 6-slide presentation explaining the business metrics and Google Sheets features used in your Bike Rental Dashboard.&#10;Slide 1: Title &amp; Presentation Objective&#10;Title: Bike Rental Demand Dashboard: Metrics &amp; Methodology&#10;&#10;Objective:&#10;• To identify the core business matrices covered by the dashboard.&#10;• To highlight the key Google Sheets features and data techniques used in its construction.&#10;&#10;&#10;Slide 2: Core Business Metrics (What are we measuring?)&#10;The dashboard focuses on key operational metrics to analyze rental demand and efficiency.&#10;• 1. Total Rental Volume (Demand):&#10;  • Tracks the absolute number of daily rentals.&#10;  • Provides the overall count of bikes rented for any given period.&#10;• 2. Time-of-Day Demand Distribution:&#10;  • Segments total rentals into critical hourly buckets: Morning, Afternoon, and Evening.&#10;  • This is essential for staffing, inventory, and optimizing bike redistribution.&#10;• 3. Rental Conversion Ratio (Efficiency):&#10;  • A high-level Key Performance Indicator (KPI) used to measure the efficiency of the rental process (e.g., rentals per website view or registered user).&#10;&#10;&#10;Slide 3: Demand Segmentation and Analysis Dimensions&#10;The dashboard allows for deep analytical segmentation to understand why demand changes.&#10;• Segmentation by Time:&#10;  • Rental counts are explicitly broken down by time of day (Morning, Afternoon, Evening) for immediate comparison.&#10;• Interacting Dimensions (Filters):&#10;  • The structure of the data suggests the dashboard allows users to filter and analyze rental metrics based on three critical dimensions:&#10;    • Weather: How different weather conditions impact demand.&#10;    • Day of Week: Comparing weekday vs. weekend performance.&#10;    • Hour Bucket: Drilling down into specific time slots.&#10;&#10;&#10;Slide 4: Feature Focus 1: Data Structuring &amp; Aggregation&#10;The foundation of the dashboard relies on robust data processing techniques.&#10;• 1. Pivot Tables (Inferred):&#10;  • The main table structure (Dates as rows, Time Buckets and Grand Total as columns) is characteristic of a Pivot Table.&#10;  • Use Case: Automatically summarizing raw transactional data into meaningful, row-level metrics (e.g., total rentals per day).&#10;• 2. Structured Formulas &amp; Calculations:&#10;  • The Conversion Ratio and other summary figures are calculated using native Google Sheet formulas (SUM, AVERAGE, etc.).&#10;  • Use Case: Ensuring that KPIs are dynamically updated as the raw data or filters change.&#10;&#10;&#10;Slide 5: Feature Focus 2: Interactivity and UX&#10;Key Google Sheets features were used to make the dashboard dynamic and user-friendly.&#10;• 1. Slicers / Filters:&#10;  • The presence of filters for Weather, Hour Bucket, and Day of Week indicates the use of Data Slicers (or advanced filter formulas).&#10;  • Benefit: Allows users to interactively change the data view without editing formulas.&#10;• 2. Data Visualization (Charts):&#10;  • Data is presented using various charts (Bar, Line, etc.) for trend analysis and easy comparison of the Time-of-Day distribution.&#10;• 3. Conditional Formatting (Assumed):&#10;  • Used to visually highlight key figures like high-volume rental days or low Conversion Ratios.&#10;&#10;&#10;Slide 6: Summary &amp; Next Steps&#10;Summary:&#10;• The dashboard provides a clear, segmented view of bike rental demand across time, enabling data-driven decisions on inventory and staffing.&#10;• It leverages Google Sheets' powerful data aggregation and interactive filtering features for a dynamic user experience.&#10;&#10;Potential Next Steps:&#10;• Adding analysis for Registered vs. Casual user types.&#10;• Incorporating Geographic Data to analyze demand by station location." id="99" name="Google Shape;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6 slides for the below outline This is an outline for a 6-slide presentation explaining the business metrics and Google Sheets features used in your Bike Rental Dashboard.&#10;Slide 1: Title &amp; Presentation Objective&#10;Title: Bike Rental Demand Dashboard: Metrics &amp; Methodology&#10;&#10;Objective:&#10;• To identify the core business matrices covered by the dashboard.&#10;• To highlight the key Google Sheets features and data techniques used in its construction.&#10;&#10;&#10;Slide 2: Core Business Metrics (What are we measuring?)&#10;The dashboard focuses on key operational metrics to analyze rental demand and efficiency.&#10;• 1. Total Rental Volume (Demand):&#10;  • Tracks the absolute number of daily rentals.&#10;  • Provides the overall count of bikes rented for any given period.&#10;• 2. Time-of-Day Demand Distribution:&#10;  • Segments total rentals into critical hourly buckets: Morning, Afternoon, and Evening.&#10;  • This is essential for staffing, inventory, and optimizing bike redistribution.&#10;• 3. Rental Conversion Ratio (Efficiency):&#10;  • A high-level Key Performance Indicator (KPI) used to measure the efficiency of the rental process (e.g., rentals per website view or registered user).&#10;&#10;&#10;Slide 3: Demand Segmentation and Analysis Dimensions&#10;The dashboard allows for deep analytical segmentation to understand why demand changes.&#10;• Segmentation by Time:&#10;  • Rental counts are explicitly broken down by time of day (Morning, Afternoon, Evening) for immediate comparison.&#10;• Interacting Dimensions (Filters):&#10;  • The structure of the data suggests the dashboard allows users to filter and analyze rental metrics based on three critical dimensions:&#10;    • Weather: How different weather conditions impact demand.&#10;    • Day of Week: Comparing weekday vs. weekend performance.&#10;    • Hour Bucket: Drilling down into specific time slots.&#10;&#10;&#10;Slide 4: Feature Focus 1: Data Structuring &amp; Aggregation&#10;The foundation of the dashboard relies on robust data processing techniques.&#10;• 1. Pivot Tables (Inferred):&#10;  • The main table structure (Dates as rows, Time Buckets and Grand Total as columns) is characteristic of a Pivot Table.&#10;  • Use Case: Automatically summarizing raw transactional data into meaningful, row-level metrics (e.g., total rentals per day).&#10;• 2. Structured Formulas &amp; Calculations:&#10;  • The Conversion Ratio and other summary figures are calculated using native Google Sheet formulas (SUM, AVERAGE, etc.).&#10;  • Use Case: Ensuring that KPIs are dynamically updated as the raw data or filters change.&#10;&#10;&#10;Slide 5: Feature Focus 2: Interactivity and UX&#10;Key Google Sheets features were used to make the dashboard dynamic and user-friendly.&#10;• 1. Slicers / Filters:&#10;  • The presence of filters for Weather, Hour Bucket, and Day of Week indicates the use of Data Slicers (or advanced filter formulas).&#10;  • Benefit: Allows users to interactively change the data view without editing formulas.&#10;• 2. Data Visualization (Charts):&#10;  • Data is presented using various charts (Bar, Line, etc.) for trend analysis and easy comparison of the Time-of-Day distribution.&#10;• 3. Conditional Formatting (Assumed):&#10;  • Used to visually highlight key figures like high-volume rental days or low Conversion Ratios.&#10;&#10;&#10;Slide 6: Summary &amp; Next Steps&#10;Summary:&#10;• The dashboard provides a clear, segmented view of bike rental demand across time, enabling data-driven decisions on inventory and staffing.&#10;• It leverages Google Sheets' powerful data aggregation and interactive filtering features for a dynamic user experience.&#10;&#10;Potential Next Steps:&#10;• Adding analysis for Registered vs. Casual user types.&#10;• Incorporating Geographic Data to analyze demand by station location." id="104" name="Google Shape;1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6 slides for the below outline This is an outline for a 6-slide presentation explaining the business metrics and Google Sheets features used in your Bike Rental Dashboard.&#10;Slide 1: Title &amp; Presentation Objective&#10;Title: Bike Rental Demand Dashboard: Metrics &amp; Methodology&#10;&#10;Objective:&#10;• To identify the core business matrices covered by the dashboard.&#10;• To highlight the key Google Sheets features and data techniques used in its construction.&#10;&#10;&#10;Slide 2: Core Business Metrics (What are we measuring?)&#10;The dashboard focuses on key operational metrics to analyze rental demand and efficiency.&#10;• 1. Total Rental Volume (Demand):&#10;  • Tracks the absolute number of daily rentals.&#10;  • Provides the overall count of bikes rented for any given period.&#10;• 2. Time-of-Day Demand Distribution:&#10;  • Segments total rentals into critical hourly buckets: Morning, Afternoon, and Evening.&#10;  • This is essential for staffing, inventory, and optimizing bike redistribution.&#10;• 3. Rental Conversion Ratio (Efficiency):&#10;  • A high-level Key Performance Indicator (KPI) used to measure the efficiency of the rental process (e.g., rentals per website view or registered user).&#10;&#10;&#10;Slide 3: Demand Segmentation and Analysis Dimensions&#10;The dashboard allows for deep analytical segmentation to understand why demand changes.&#10;• Segmentation by Time:&#10;  • Rental counts are explicitly broken down by time of day (Morning, Afternoon, Evening) for immediate comparison.&#10;• Interacting Dimensions (Filters):&#10;  • The structure of the data suggests the dashboard allows users to filter and analyze rental metrics based on three critical dimensions:&#10;    • Weather: How different weather conditions impact demand.&#10;    • Day of Week: Comparing weekday vs. weekend performance.&#10;    • Hour Bucket: Drilling down into specific time slots.&#10;&#10;&#10;Slide 4: Feature Focus 1: Data Structuring &amp; Aggregation&#10;The foundation of the dashboard relies on robust data processing techniques.&#10;• 1. Pivot Tables (Inferred):&#10;  • The main table structure (Dates as rows, Time Buckets and Grand Total as columns) is characteristic of a Pivot Table.&#10;  • Use Case: Automatically summarizing raw transactional data into meaningful, row-level metrics (e.g., total rentals per day).&#10;• 2. Structured Formulas &amp; Calculations:&#10;  • The Conversion Ratio and other summary figures are calculated using native Google Sheet formulas (SUM, AVERAGE, etc.).&#10;  • Use Case: Ensuring that KPIs are dynamically updated as the raw data or filters change.&#10;&#10;&#10;Slide 5: Feature Focus 2: Interactivity and UX&#10;Key Google Sheets features were used to make the dashboard dynamic and user-friendly.&#10;• 1. Slicers / Filters:&#10;  • The presence of filters for Weather, Hour Bucket, and Day of Week indicates the use of Data Slicers (or advanced filter formulas).&#10;  • Benefit: Allows users to interactively change the data view without editing formulas.&#10;• 2. Data Visualization (Charts):&#10;  • Data is presented using various charts (Bar, Line, etc.) for trend analysis and easy comparison of the Time-of-Day distribution.&#10;• 3. Conditional Formatting (Assumed):&#10;  • Used to visually highlight key figures like high-volume rental days or low Conversion Ratios.&#10;&#10;&#10;Slide 6: Summary &amp; Next Steps&#10;Summary:&#10;• The dashboard provides a clear, segmented view of bike rental demand across time, enabling data-driven decisions on inventory and staffing.&#10;• It leverages Google Sheets' powerful data aggregation and interactive filtering features for a dynamic user experience.&#10;&#10;Potential Next Steps:&#10;• Adding analysis for Registered vs. Casual user types.&#10;• Incorporating Geographic Data to analyze demand by station location." id="109" name="Google Shape;1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6 slides for the below outline This is an outline for a 6-slide presentation explaining the business metrics and Google Sheets features used in your Bike Rental Dashboard.&#10;Slide 1: Title &amp; Presentation Objective&#10;Title: Bike Rental Demand Dashboard: Metrics &amp; Methodology&#10;&#10;Objective:&#10;• To identify the core business matrices covered by the dashboard.&#10;• To highlight the key Google Sheets features and data techniques used in its construction.&#10;&#10;&#10;Slide 2: Core Business Metrics (What are we measuring?)&#10;The dashboard focuses on key operational metrics to analyze rental demand and efficiency.&#10;• 1. Total Rental Volume (Demand):&#10;  • Tracks the absolute number of daily rentals.&#10;  • Provides the overall count of bikes rented for any given period.&#10;• 2. Time-of-Day Demand Distribution:&#10;  • Segments total rentals into critical hourly buckets: Morning, Afternoon, and Evening.&#10;  • This is essential for staffing, inventory, and optimizing bike redistribution.&#10;• 3. Rental Conversion Ratio (Efficiency):&#10;  • A high-level Key Performance Indicator (KPI) used to measure the efficiency of the rental process (e.g., rentals per website view or registered user).&#10;&#10;&#10;Slide 3: Demand Segmentation and Analysis Dimensions&#10;The dashboard allows for deep analytical segmentation to understand why demand changes.&#10;• Segmentation by Time:&#10;  • Rental counts are explicitly broken down by time of day (Morning, Afternoon, Evening) for immediate comparison.&#10;• Interacting Dimensions (Filters):&#10;  • The structure of the data suggests the dashboard allows users to filter and analyze rental metrics based on three critical dimensions:&#10;    • Weather: How different weather conditions impact demand.&#10;    • Day of Week: Comparing weekday vs. weekend performance.&#10;    • Hour Bucket: Drilling down into specific time slots.&#10;&#10;&#10;Slide 4: Feature Focus 1: Data Structuring &amp; Aggregation&#10;The foundation of the dashboard relies on robust data processing techniques.&#10;• 1. Pivot Tables (Inferred):&#10;  • The main table structure (Dates as rows, Time Buckets and Grand Total as columns) is characteristic of a Pivot Table.&#10;  • Use Case: Automatically summarizing raw transactional data into meaningful, row-level metrics (e.g., total rentals per day).&#10;• 2. Structured Formulas &amp; Calculations:&#10;  • The Conversion Ratio and other summary figures are calculated using native Google Sheet formulas (SUM, AVERAGE, etc.).&#10;  • Use Case: Ensuring that KPIs are dynamically updated as the raw data or filters change.&#10;&#10;&#10;Slide 5: Feature Focus 2: Interactivity and UX&#10;Key Google Sheets features were used to make the dashboard dynamic and user-friendly.&#10;• 1. Slicers / Filters:&#10;  • The presence of filters for Weather, Hour Bucket, and Day of Week indicates the use of Data Slicers (or advanced filter formulas).&#10;  • Benefit: Allows users to interactively change the data view without editing formulas.&#10;• 2. Data Visualization (Charts):&#10;  • Data is presented using various charts (Bar, Line, etc.) for trend analysis and easy comparison of the Time-of-Day distribution.&#10;• 3. Conditional Formatting (Assumed):&#10;  • Used to visually highlight key figures like high-volume rental days or low Conversion Ratios.&#10;&#10;&#10;Slide 6: Summary &amp; Next Steps&#10;Summary:&#10;• The dashboard provides a clear, segmented view of bike rental demand across time, enabling data-driven decisions on inventory and staffing.&#10;• It leverages Google Sheets' powerful data aggregation and interactive filtering features for a dynamic user experience.&#10;&#10;Potential Next Steps:&#10;• Adding analysis for Registered vs. Casual user types.&#10;• Incorporating Geographic Data to analyze demand by station location." id="114" name="Google Shape;1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6 slides for the below outline This is an outline for a 6-slide presentation explaining the business metrics and Google Sheets features used in your Bike Rental Dashboard.&#10;Slide 1: Title &amp; Presentation Objective&#10;Title: Bike Rental Demand Dashboard: Metrics &amp; Methodology&#10;&#10;Objective:&#10;• To identify the core business matrices covered by the dashboard.&#10;• To highlight the key Google Sheets features and data techniques used in its construction.&#10;&#10;&#10;Slide 2: Core Business Metrics (What are we measuring?)&#10;The dashboard focuses on key operational metrics to analyze rental demand and efficiency.&#10;• 1. Total Rental Volume (Demand):&#10;  • Tracks the absolute number of daily rentals.&#10;  • Provides the overall count of bikes rented for any given period.&#10;• 2. Time-of-Day Demand Distribution:&#10;  • Segments total rentals into critical hourly buckets: Morning, Afternoon, and Evening.&#10;  • This is essential for staffing, inventory, and optimizing bike redistribution.&#10;• 3. Rental Conversion Ratio (Efficiency):&#10;  • A high-level Key Performance Indicator (KPI) used to measure the efficiency of the rental process (e.g., rentals per website view or registered user).&#10;&#10;&#10;Slide 3: Demand Segmentation and Analysis Dimensions&#10;The dashboard allows for deep analytical segmentation to understand why demand changes.&#10;• Segmentation by Time:&#10;  • Rental counts are explicitly broken down by time of day (Morning, Afternoon, Evening) for immediate comparison.&#10;• Interacting Dimensions (Filters):&#10;  • The structure of the data suggests the dashboard allows users to filter and analyze rental metrics based on three critical dimensions:&#10;    • Weather: How different weather conditions impact demand.&#10;    • Day of Week: Comparing weekday vs. weekend performance.&#10;    • Hour Bucket: Drilling down into specific time slots.&#10;&#10;&#10;Slide 4: Feature Focus 1: Data Structuring &amp; Aggregation&#10;The foundation of the dashboard relies on robust data processing techniques.&#10;• 1. Pivot Tables (Inferred):&#10;  • The main table structure (Dates as rows, Time Buckets and Grand Total as columns) is characteristic of a Pivot Table.&#10;  • Use Case: Automatically summarizing raw transactional data into meaningful, row-level metrics (e.g., total rentals per day).&#10;• 2. Structured Formulas &amp; Calculations:&#10;  • The Conversion Ratio and other summary figures are calculated using native Google Sheet formulas (SUM, AVERAGE, etc.).&#10;  • Use Case: Ensuring that KPIs are dynamically updated as the raw data or filters change.&#10;&#10;&#10;Slide 5: Feature Focus 2: Interactivity and UX&#10;Key Google Sheets features were used to make the dashboard dynamic and user-friendly.&#10;• 1. Slicers / Filters:&#10;  • The presence of filters for Weather, Hour Bucket, and Day of Week indicates the use of Data Slicers (or advanced filter formulas).&#10;  • Benefit: Allows users to interactively change the data view without editing formulas.&#10;• 2. Data Visualization (Charts):&#10;  • Data is presented using various charts (Bar, Line, etc.) for trend analysis and easy comparison of the Time-of-Day distribution.&#10;• 3. Conditional Formatting (Assumed):&#10;  • Used to visually highlight key figures like high-volume rental days or low Conversion Ratios.&#10;&#10;&#10;Slide 6: Summary &amp; Next Steps&#10;Summary:&#10;• The dashboard provides a clear, segmented view of bike rental demand across time, enabling data-driven decisions on inventory and staffing.&#10;• It leverages Google Sheets' powerful data aggregation and interactive filtering features for a dynamic user experience.&#10;&#10;Potential Next Steps:&#10;• Adding analysis for Registered vs. Casual user types.&#10;• Incorporating Geographic Data to analyze demand by station location." id="119" name="Google Shape;1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6 slides for the below outline This is an outline for a 6-slide presentation explaining the business metrics and Google Sheets features used in your Bike Rental Dashboard.&#10;Slide 1: Title &amp; Presentation Objective&#10;Title: Bike Rental Demand Dashboard: Metrics &amp; Methodology&#10;&#10;Objective:&#10;• To identify the core business matrices covered by the dashboard.&#10;• To highlight the key Google Sheets features and data techniques used in its construction.&#10;&#10;&#10;Slide 2: Core Business Metrics (What are we measuring?)&#10;The dashboard focuses on key operational metrics to analyze rental demand and efficiency.&#10;• 1. Total Rental Volume (Demand):&#10;  • Tracks the absolute number of daily rentals.&#10;  • Provides the overall count of bikes rented for any given period.&#10;• 2. Time-of-Day Demand Distribution:&#10;  • Segments total rentals into critical hourly buckets: Morning, Afternoon, and Evening.&#10;  • This is essential for staffing, inventory, and optimizing bike redistribution.&#10;• 3. Rental Conversion Ratio (Efficiency):&#10;  • A high-level Key Performance Indicator (KPI) used to measure the efficiency of the rental process (e.g., rentals per website view or registered user).&#10;&#10;&#10;Slide 3: Demand Segmentation and Analysis Dimensions&#10;The dashboard allows for deep analytical segmentation to understand why demand changes.&#10;• Segmentation by Time:&#10;  • Rental counts are explicitly broken down by time of day (Morning, Afternoon, Evening) for immediate comparison.&#10;• Interacting Dimensions (Filters):&#10;  • The structure of the data suggests the dashboard allows users to filter and analyze rental metrics based on three critical dimensions:&#10;    • Weather: How different weather conditions impact demand.&#10;    • Day of Week: Comparing weekday vs. weekend performance.&#10;    • Hour Bucket: Drilling down into specific time slots.&#10;&#10;&#10;Slide 4: Feature Focus 1: Data Structuring &amp; Aggregation&#10;The foundation of the dashboard relies on robust data processing techniques.&#10;• 1. Pivot Tables (Inferred):&#10;  • The main table structure (Dates as rows, Time Buckets and Grand Total as columns) is characteristic of a Pivot Table.&#10;  • Use Case: Automatically summarizing raw transactional data into meaningful, row-level metrics (e.g., total rentals per day).&#10;• 2. Structured Formulas &amp; Calculations:&#10;  • The Conversion Ratio and other summary figures are calculated using native Google Sheet formulas (SUM, AVERAGE, etc.).&#10;  • Use Case: Ensuring that KPIs are dynamically updated as the raw data or filters change.&#10;&#10;&#10;Slide 5: Feature Focus 2: Interactivity and UX&#10;Key Google Sheets features were used to make the dashboard dynamic and user-friendly.&#10;• 1. Slicers / Filters:&#10;  • The presence of filters for Weather, Hour Bucket, and Day of Week indicates the use of Data Slicers (or advanced filter formulas).&#10;  • Benefit: Allows users to interactively change the data view without editing formulas.&#10;• 2. Data Visualization (Charts):&#10;  • Data is presented using various charts (Bar, Line, etc.) for trend analysis and easy comparison of the Time-of-Day distribution.&#10;• 3. Conditional Formatting (Assumed):&#10;  • Used to visually highlight key figures like high-volume rental days or low Conversion Ratios.&#10;&#10;&#10;Slide 6: Summary &amp; Next Steps&#10;Summary:&#10;• The dashboard provides a clear, segmented view of bike rental demand across time, enabling data-driven decisions on inventory and staffing.&#10;• It leverages Google Sheets' powerful data aggregation and interactive filtering features for a dynamic user experience.&#10;&#10;Potential Next Steps:&#10;• Adding analysis for Registered vs. Casual user types.&#10;• Incorporating Geographic Data to analyze demand by station location." id="124" name="Google Shape;12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